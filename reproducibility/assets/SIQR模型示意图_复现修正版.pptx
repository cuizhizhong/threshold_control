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801350" cy="73152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8" d="100"/>
          <a:sy n="98" d="100"/>
        </p:scale>
        <p:origin x="14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sv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image" Target="../media/image10.svg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 shadow">
            <a:extLst>
              <a:ext uri="{FF2B5EF4-FFF2-40B4-BE49-F238E27FC236}">
                <a16:creationId xmlns:a16="http://schemas.microsoft.com/office/drawing/2014/main" id="{F842459A-9E7A-45E8-874C-7306941E81CC}"/>
              </a:ext>
            </a:extLst>
          </p:cNvPr>
          <p:cNvSpPr>
            <a:spLocks noGrp="1"/>
          </p:cNvSpPr>
          <p:nvPr/>
        </p:nvSpPr>
        <p:spPr>
          <a:xfrm>
            <a:off x="542925" y="371475"/>
            <a:ext cx="1571625" cy="1514475"/>
          </a:xfrm>
          <a:prstGeom prst="roundRect">
            <a:avLst>
              <a:gd name="adj" fmla="val 5031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S">
            <a:extLst>
              <a:ext uri="{FF2B5EF4-FFF2-40B4-BE49-F238E27FC236}">
                <a16:creationId xmlns:a16="http://schemas.microsoft.com/office/drawing/2014/main" id="{EAAD6EBE-ECB1-4318-8C10-3DD42843C0B0}"/>
              </a:ext>
            </a:extLst>
          </p:cNvPr>
          <p:cNvSpPr>
            <a:spLocks noGrp="1"/>
          </p:cNvSpPr>
          <p:nvPr/>
        </p:nvSpPr>
        <p:spPr>
          <a:xfrm>
            <a:off x="447675" y="257175"/>
            <a:ext cx="1571625" cy="1514475"/>
          </a:xfrm>
          <a:prstGeom prst="roundRect">
            <a:avLst>
              <a:gd name="adj" fmla="val 5031"/>
            </a:avLst>
          </a:prstGeom>
          <a:gradFill>
            <a:gsLst>
              <a:gs pos="0">
                <a:srgbClr val="F6F4FA"/>
              </a:gs>
              <a:gs pos="100000">
                <a:srgbClr val="DCD5EA"/>
              </a:gs>
            </a:gsLst>
            <a:lin ang="5400000"/>
          </a:gradFill>
          <a:ln w="38100">
            <a:solidFill>
              <a:srgbClr val="5B4C7A"/>
            </a:solidFill>
            <a:prstDash val="solid"/>
          </a:ln>
        </p:spPr>
        <p:txBody>
          <a:bodyPr anchor="ctr"/>
          <a:lstStyle/>
          <a:p>
            <a:pPr algn="ctr">
              <a:defRPr sz="585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85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_q shadow">
            <a:extLst>
              <a:ext uri="{FF2B5EF4-FFF2-40B4-BE49-F238E27FC236}">
                <a16:creationId xmlns:a16="http://schemas.microsoft.com/office/drawing/2014/main" id="{62732CB8-14FC-4B05-B8E1-59C17A82E56C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1562100" cy="1495425"/>
          </a:xfrm>
          <a:prstGeom prst="roundRect">
            <a:avLst>
              <a:gd name="adj" fmla="val 5096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_q">
            <a:extLst>
              <a:ext uri="{FF2B5EF4-FFF2-40B4-BE49-F238E27FC236}">
                <a16:creationId xmlns:a16="http://schemas.microsoft.com/office/drawing/2014/main" id="{FB3C0E33-866A-4A32-8909-BADEC60C03C7}"/>
              </a:ext>
            </a:extLst>
          </p:cNvPr>
          <p:cNvSpPr>
            <a:spLocks noGrp="1"/>
          </p:cNvSpPr>
          <p:nvPr/>
        </p:nvSpPr>
        <p:spPr>
          <a:xfrm>
            <a:off x="457200" y="5286375"/>
            <a:ext cx="1562100" cy="1495425"/>
          </a:xfrm>
          <a:prstGeom prst="roundRect">
            <a:avLst>
              <a:gd name="adj" fmla="val 5096"/>
            </a:avLst>
          </a:prstGeom>
          <a:gradFill>
            <a:gsLst>
              <a:gs pos="0">
                <a:srgbClr val="D7ECF7"/>
              </a:gs>
              <a:gs pos="100000">
                <a:srgbClr val="7CB6D6"/>
              </a:gs>
            </a:gsLst>
            <a:lin ang="5400000"/>
          </a:gradFill>
          <a:ln w="38100">
            <a:solidFill>
              <a:srgbClr val="1F77B4"/>
            </a:solidFill>
            <a:prstDash val="solid"/>
          </a:ln>
        </p:spPr>
        <p:txBody>
          <a:bodyPr anchor="ctr"/>
          <a:lstStyle/>
          <a:p>
            <a:pPr algn="ctr">
              <a:defRPr sz="540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40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I_c shadow">
            <a:extLst>
              <a:ext uri="{FF2B5EF4-FFF2-40B4-BE49-F238E27FC236}">
                <a16:creationId xmlns:a16="http://schemas.microsoft.com/office/drawing/2014/main" id="{F0DB4324-96DF-45D7-803F-33B4EFF1F248}"/>
              </a:ext>
            </a:extLst>
          </p:cNvPr>
          <p:cNvSpPr>
            <a:spLocks noGrp="1"/>
          </p:cNvSpPr>
          <p:nvPr/>
        </p:nvSpPr>
        <p:spPr>
          <a:xfrm>
            <a:off x="5010150" y="381000"/>
            <a:ext cx="1562100" cy="1514475"/>
          </a:xfrm>
          <a:prstGeom prst="roundRect">
            <a:avLst>
              <a:gd name="adj" fmla="val 5031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I_c">
            <a:extLst>
              <a:ext uri="{FF2B5EF4-FFF2-40B4-BE49-F238E27FC236}">
                <a16:creationId xmlns:a16="http://schemas.microsoft.com/office/drawing/2014/main" id="{7605F743-6846-4E98-AE93-5EF8E10F00F0}"/>
              </a:ext>
            </a:extLst>
          </p:cNvPr>
          <p:cNvSpPr>
            <a:spLocks noGrp="1"/>
          </p:cNvSpPr>
          <p:nvPr/>
        </p:nvSpPr>
        <p:spPr>
          <a:xfrm>
            <a:off x="4914900" y="266700"/>
            <a:ext cx="1562100" cy="1514475"/>
          </a:xfrm>
          <a:prstGeom prst="roundRect">
            <a:avLst>
              <a:gd name="adj" fmla="val 5031"/>
            </a:avLst>
          </a:prstGeom>
          <a:gradFill>
            <a:gsLst>
              <a:gs pos="0">
                <a:srgbClr val="F6F4FA"/>
              </a:gs>
              <a:gs pos="100000">
                <a:srgbClr val="DCD5EA"/>
              </a:gs>
            </a:gsLst>
            <a:lin ang="5400000"/>
          </a:gradFill>
          <a:ln w="38100">
            <a:solidFill>
              <a:srgbClr val="5B4C7A"/>
            </a:solidFill>
            <a:prstDash val="solid"/>
          </a:ln>
        </p:spPr>
        <p:txBody>
          <a:bodyPr anchor="ctr"/>
          <a:lstStyle/>
          <a:p>
            <a:pPr algn="ctr">
              <a:defRPr sz="570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70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I_q shadow">
            <a:extLst>
              <a:ext uri="{FF2B5EF4-FFF2-40B4-BE49-F238E27FC236}">
                <a16:creationId xmlns:a16="http://schemas.microsoft.com/office/drawing/2014/main" id="{F87378F2-9723-4301-9088-BE63739598AF}"/>
              </a:ext>
            </a:extLst>
          </p:cNvPr>
          <p:cNvSpPr>
            <a:spLocks noGrp="1"/>
          </p:cNvSpPr>
          <p:nvPr/>
        </p:nvSpPr>
        <p:spPr>
          <a:xfrm>
            <a:off x="5010150" y="5391150"/>
            <a:ext cx="1562100" cy="1495425"/>
          </a:xfrm>
          <a:prstGeom prst="roundRect">
            <a:avLst>
              <a:gd name="adj" fmla="val 5096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_q">
            <a:extLst>
              <a:ext uri="{FF2B5EF4-FFF2-40B4-BE49-F238E27FC236}">
                <a16:creationId xmlns:a16="http://schemas.microsoft.com/office/drawing/2014/main" id="{F57A452D-B49D-4AD9-A57D-3D73B25BB9B3}"/>
              </a:ext>
            </a:extLst>
          </p:cNvPr>
          <p:cNvSpPr>
            <a:spLocks noGrp="1"/>
          </p:cNvSpPr>
          <p:nvPr/>
        </p:nvSpPr>
        <p:spPr>
          <a:xfrm>
            <a:off x="4914900" y="5276850"/>
            <a:ext cx="1562100" cy="1495425"/>
          </a:xfrm>
          <a:prstGeom prst="roundRect">
            <a:avLst>
              <a:gd name="adj" fmla="val 5096"/>
            </a:avLst>
          </a:prstGeom>
          <a:gradFill>
            <a:gsLst>
              <a:gs pos="0">
                <a:srgbClr val="D7ECF7"/>
              </a:gs>
              <a:gs pos="100000">
                <a:srgbClr val="7CB6D6"/>
              </a:gs>
            </a:gsLst>
            <a:lin ang="5400000"/>
          </a:gradFill>
          <a:ln w="38100">
            <a:solidFill>
              <a:srgbClr val="1F77B4"/>
            </a:solidFill>
            <a:prstDash val="solid"/>
          </a:ln>
        </p:spPr>
        <p:txBody>
          <a:bodyPr anchor="ctr"/>
          <a:lstStyle/>
          <a:p>
            <a:pPr algn="ctr">
              <a:defRPr sz="585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85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I_q subscript">
            <a:extLst>
              <a:ext uri="{FF2B5EF4-FFF2-40B4-BE49-F238E27FC236}">
                <a16:creationId xmlns:a16="http://schemas.microsoft.com/office/drawing/2014/main" id="{F20BD3F4-02E8-4DF7-97FF-B6F9EA204AA7}"/>
              </a:ext>
            </a:extLst>
          </p:cNvPr>
          <p:cNvSpPr>
            <a:spLocks noGrp="1"/>
          </p:cNvSpPr>
          <p:nvPr/>
        </p:nvSpPr>
        <p:spPr>
          <a:xfrm>
            <a:off x="5805297" y="6114288"/>
            <a:ext cx="437388" cy="3589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850" b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2850" b="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R shadow">
            <a:extLst>
              <a:ext uri="{FF2B5EF4-FFF2-40B4-BE49-F238E27FC236}">
                <a16:creationId xmlns:a16="http://schemas.microsoft.com/office/drawing/2014/main" id="{33C76719-FF56-4D7E-91EA-C784324B22E9}"/>
              </a:ext>
            </a:extLst>
          </p:cNvPr>
          <p:cNvSpPr>
            <a:spLocks noGrp="1"/>
          </p:cNvSpPr>
          <p:nvPr/>
        </p:nvSpPr>
        <p:spPr>
          <a:xfrm>
            <a:off x="9172575" y="3000375"/>
            <a:ext cx="1581150" cy="1514475"/>
          </a:xfrm>
          <a:prstGeom prst="roundRect">
            <a:avLst>
              <a:gd name="adj" fmla="val 5031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">
            <a:extLst>
              <a:ext uri="{FF2B5EF4-FFF2-40B4-BE49-F238E27FC236}">
                <a16:creationId xmlns:a16="http://schemas.microsoft.com/office/drawing/2014/main" id="{D44D01FA-AF14-48E6-8493-F70A36CB444B}"/>
              </a:ext>
            </a:extLst>
          </p:cNvPr>
          <p:cNvSpPr>
            <a:spLocks noGrp="1"/>
          </p:cNvSpPr>
          <p:nvPr/>
        </p:nvSpPr>
        <p:spPr>
          <a:xfrm>
            <a:off x="9077325" y="2886075"/>
            <a:ext cx="1581150" cy="1514475"/>
          </a:xfrm>
          <a:prstGeom prst="roundRect">
            <a:avLst>
              <a:gd name="adj" fmla="val 5031"/>
            </a:avLst>
          </a:prstGeom>
          <a:gradFill>
            <a:gsLst>
              <a:gs pos="0">
                <a:srgbClr val="F6F4FA"/>
              </a:gs>
              <a:gs pos="100000">
                <a:srgbClr val="DCD5EA"/>
              </a:gs>
            </a:gsLst>
            <a:lin ang="5400000"/>
          </a:gradFill>
          <a:ln w="38100">
            <a:solidFill>
              <a:srgbClr val="5B4C7A"/>
            </a:solidFill>
            <a:prstDash val="solid"/>
          </a:ln>
        </p:spPr>
        <p:txBody>
          <a:bodyPr anchor="ctr"/>
          <a:lstStyle/>
          <a:p>
            <a:pPr algn="ctr">
              <a:defRPr sz="570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70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4" name="直接箭头连接符 13"/>
          <p:cNvCxnSpPr>
            <a:cxnSpLocks/>
            <a:endCxn id="7" idx="1"/>
          </p:cNvCxnSpPr>
          <p:nvPr/>
        </p:nvCxnSpPr>
        <p:spPr>
          <a:xfrm>
            <a:off x="2054224" y="1009650"/>
            <a:ext cx="2860676" cy="14288"/>
          </a:xfrm>
          <a:prstGeom prst="straightConnector1">
            <a:avLst/>
          </a:prstGeom>
          <a:ln w="57150">
            <a:solidFill>
              <a:srgbClr val="5B4C7A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5" name="直接箭头连接符 14"/>
          <p:cNvCxnSpPr>
            <a:cxnSpLocks/>
            <a:stCxn id="41" idx="2"/>
            <a:endCxn id="4" idx="0"/>
          </p:cNvCxnSpPr>
          <p:nvPr/>
        </p:nvCxnSpPr>
        <p:spPr>
          <a:xfrm flipH="1">
            <a:off x="1238250" y="1819763"/>
            <a:ext cx="6349" cy="3466612"/>
          </a:xfrm>
          <a:prstGeom prst="straightConnector1">
            <a:avLst/>
          </a:prstGeom>
          <a:ln w="57150">
            <a:solidFill>
              <a:srgbClr val="2A9D8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6" name="直接箭头连接符 15"/>
          <p:cNvCxnSpPr>
            <a:cxnSpLocks/>
            <a:stCxn id="34" idx="3"/>
            <a:endCxn id="10" idx="0"/>
          </p:cNvCxnSpPr>
          <p:nvPr/>
        </p:nvCxnSpPr>
        <p:spPr>
          <a:xfrm>
            <a:off x="2114550" y="1128713"/>
            <a:ext cx="3581400" cy="4148137"/>
          </a:xfrm>
          <a:prstGeom prst="straightConnector1">
            <a:avLst/>
          </a:prstGeom>
          <a:ln w="57150">
            <a:solidFill>
              <a:srgbClr val="2A9D8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7" name="直接箭头连接符 16"/>
          <p:cNvCxnSpPr>
            <a:cxnSpLocks/>
            <a:stCxn id="7" idx="3"/>
            <a:endCxn id="13" idx="1"/>
          </p:cNvCxnSpPr>
          <p:nvPr/>
        </p:nvCxnSpPr>
        <p:spPr>
          <a:xfrm>
            <a:off x="6477000" y="1023938"/>
            <a:ext cx="2600325" cy="2619375"/>
          </a:xfrm>
          <a:prstGeom prst="straightConnector1">
            <a:avLst/>
          </a:prstGeom>
          <a:ln w="66675">
            <a:solidFill>
              <a:srgbClr val="5B4C7A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8" name="直接箭头连接符 17"/>
          <p:cNvCxnSpPr>
            <a:cxnSpLocks/>
            <a:endCxn id="13" idx="1"/>
          </p:cNvCxnSpPr>
          <p:nvPr/>
        </p:nvCxnSpPr>
        <p:spPr>
          <a:xfrm flipV="1">
            <a:off x="6518275" y="3643313"/>
            <a:ext cx="2559050" cy="2381249"/>
          </a:xfrm>
          <a:prstGeom prst="straightConnector1">
            <a:avLst/>
          </a:prstGeom>
          <a:ln w="57150">
            <a:solidFill>
              <a:srgbClr val="2A9D8F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C335A7B8-8FC5-1E24-FC05-F5F25E87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917717"/>
              </p:ext>
            </p:extLst>
          </p:nvPr>
        </p:nvGraphicFramePr>
        <p:xfrm>
          <a:off x="833436" y="419100"/>
          <a:ext cx="822326" cy="140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144720" imgH="245520" progId="Equation.AxMath">
                  <p:embed/>
                </p:oleObj>
              </mc:Choice>
              <mc:Fallback>
                <p:oleObj name="AxMath" r:id="rId3" imgW="144720" imgH="24552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3436" y="419100"/>
                        <a:ext cx="822326" cy="1400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14F59C17-6E53-D83E-A7B5-D573168EF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621970"/>
              </p:ext>
            </p:extLst>
          </p:nvPr>
        </p:nvGraphicFramePr>
        <p:xfrm>
          <a:off x="781843" y="5385586"/>
          <a:ext cx="109378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191880" imgH="246600" progId="Equation.AxMath">
                  <p:embed/>
                </p:oleObj>
              </mc:Choice>
              <mc:Fallback>
                <p:oleObj name="AxMath" r:id="rId5" imgW="191880" imgH="24660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1843" y="5385586"/>
                        <a:ext cx="1093788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FB0A1845-89F5-23AD-AE45-0F94A2459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349048"/>
              </p:ext>
            </p:extLst>
          </p:nvPr>
        </p:nvGraphicFramePr>
        <p:xfrm>
          <a:off x="5364163" y="371475"/>
          <a:ext cx="714375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125640" imgH="245520" progId="Equation.AxMath">
                  <p:embed/>
                </p:oleObj>
              </mc:Choice>
              <mc:Fallback>
                <p:oleObj name="AxMath" r:id="rId7" imgW="125640" imgH="24552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64163" y="371475"/>
                        <a:ext cx="714375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8D824C83-1FF1-7DFF-0557-C43D87CD2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65337"/>
              </p:ext>
            </p:extLst>
          </p:nvPr>
        </p:nvGraphicFramePr>
        <p:xfrm>
          <a:off x="5310823" y="5400675"/>
          <a:ext cx="93186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164160" imgH="246600" progId="Equation.AxMath">
                  <p:embed/>
                </p:oleObj>
              </mc:Choice>
              <mc:Fallback>
                <p:oleObj name="AxMath" r:id="rId9" imgW="164160" imgH="24660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10823" y="5400675"/>
                        <a:ext cx="931862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A6A550AA-F87A-34F6-AA4E-19F154F53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476498"/>
              </p:ext>
            </p:extLst>
          </p:nvPr>
        </p:nvGraphicFramePr>
        <p:xfrm>
          <a:off x="9423400" y="2998788"/>
          <a:ext cx="92233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162360" imgH="245520" progId="Equation.AxMath">
                  <p:embed/>
                </p:oleObj>
              </mc:Choice>
              <mc:Fallback>
                <p:oleObj name="AxMath" r:id="rId11" imgW="162360" imgH="24552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23400" y="2998788"/>
                        <a:ext cx="922338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0C65306-FE7E-B0AF-F736-161131878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651055"/>
              </p:ext>
            </p:extLst>
          </p:nvPr>
        </p:nvGraphicFramePr>
        <p:xfrm>
          <a:off x="2500313" y="554038"/>
          <a:ext cx="20288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1174320" imgH="265680" progId="Equation.AxMath">
                  <p:embed/>
                </p:oleObj>
              </mc:Choice>
              <mc:Fallback>
                <p:oleObj name="AxMath" r:id="rId13" imgW="1174320" imgH="26568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00313" y="554038"/>
                        <a:ext cx="2028825" cy="45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544BBD7-3F7C-0125-34F2-345B41D4F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638807"/>
              </p:ext>
            </p:extLst>
          </p:nvPr>
        </p:nvGraphicFramePr>
        <p:xfrm>
          <a:off x="3923588" y="2771775"/>
          <a:ext cx="1253250" cy="4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5" imgW="717840" imgH="255240" progId="Equation.AxMath">
                  <p:embed/>
                </p:oleObj>
              </mc:Choice>
              <mc:Fallback>
                <p:oleObj name="AxMath" r:id="rId15" imgW="717840" imgH="255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23588" y="2771775"/>
                        <a:ext cx="1253250" cy="44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locked_s_to_sq">
            <a:extLst>
              <a:ext uri="{FF2B5EF4-FFF2-40B4-BE49-F238E27FC236}">
                <a16:creationId xmlns:a16="http://schemas.microsoft.com/office/drawing/2014/main" id="{4B4C9413-E908-F6A8-7BC1-8283C442A0C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46200" y="3594100"/>
            <a:ext cx="1600200" cy="304800"/>
          </a:xfrm>
          <a:prstGeom prst="rect">
            <a:avLst/>
          </a:prstGeom>
        </p:spPr>
      </p:pic>
      <p:pic>
        <p:nvPicPr>
          <p:cNvPr id="20" name="locked_gamma">
            <a:extLst>
              <a:ext uri="{FF2B5EF4-FFF2-40B4-BE49-F238E27FC236}">
                <a16:creationId xmlns:a16="http://schemas.microsoft.com/office/drawing/2014/main" id="{3C856CBE-BFC3-D774-5B20-049E46CD3C4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37500" y="2032000"/>
            <a:ext cx="228600" cy="266700"/>
          </a:xfrm>
          <a:prstGeom prst="rect">
            <a:avLst/>
          </a:prstGeom>
        </p:spPr>
      </p:pic>
      <p:pic>
        <p:nvPicPr>
          <p:cNvPr id="22" name="locked_delta_q">
            <a:extLst>
              <a:ext uri="{FF2B5EF4-FFF2-40B4-BE49-F238E27FC236}">
                <a16:creationId xmlns:a16="http://schemas.microsoft.com/office/drawing/2014/main" id="{AD60CDC4-36E3-AE64-CB53-B119BA78349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99400" y="4864100"/>
            <a:ext cx="279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8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DocSecurity>0</DocSecurity>
  <PresentationFormat>自定义</PresentationFormat>
  <Paragraphs>0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Times New Roman</vt:lpstr>
      <vt:lpstr>ChatGPT</vt:lpstr>
      <vt:lpstr>AxMath</vt:lpstr>
      <vt:lpstr>Equation.AxMath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zhizhong cui</cp:lastModifiedBy>
  <cp:revision>6</cp:revision>
  <dcterms:created xsi:type="dcterms:W3CDTF">2026-05-21T10:13:44Z</dcterms:created>
  <dcterms:modified xsi:type="dcterms:W3CDTF">2026-10-20T02:12:55Z</dcterms:modified>
</cp:coreProperties>
</file>